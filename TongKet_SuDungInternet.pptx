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AF0FC3-68BE-4256-A4C7-09EE47F0AD26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BBD9D48-B5B4-41BE-9CE8-D5DB77D51DB3}">
      <dgm:prSet phldrT="[Text]"/>
      <dgm:spPr/>
      <dgm:t>
        <a:bodyPr/>
        <a:lstStyle/>
        <a:p>
          <a:r>
            <a:rPr lang="en-US" dirty="0" err="1"/>
            <a:t>Mục</a:t>
          </a:r>
          <a:r>
            <a:rPr lang="en-US" dirty="0"/>
            <a:t> </a:t>
          </a:r>
          <a:r>
            <a:rPr lang="en-US" dirty="0" err="1"/>
            <a:t>tiêu</a:t>
          </a:r>
          <a:endParaRPr lang="en-US" dirty="0"/>
        </a:p>
      </dgm:t>
    </dgm:pt>
    <dgm:pt modelId="{0D335D97-DBF9-4F72-9015-E81919182013}" type="parTrans" cxnId="{F9F817D6-5A84-47A2-9303-457AC866E63A}">
      <dgm:prSet/>
      <dgm:spPr/>
      <dgm:t>
        <a:bodyPr/>
        <a:lstStyle/>
        <a:p>
          <a:endParaRPr lang="en-US"/>
        </a:p>
      </dgm:t>
    </dgm:pt>
    <dgm:pt modelId="{0F837A43-7124-416E-B67A-8097422038C0}" type="sibTrans" cxnId="{F9F817D6-5A84-47A2-9303-457AC866E63A}">
      <dgm:prSet/>
      <dgm:spPr/>
      <dgm:t>
        <a:bodyPr/>
        <a:lstStyle/>
        <a:p>
          <a:endParaRPr lang="en-US"/>
        </a:p>
      </dgm:t>
    </dgm:pt>
    <dgm:pt modelId="{A7C23E49-8681-4248-B7BB-A0535F5BA2DF}">
      <dgm:prSet phldrT="[Text]"/>
      <dgm:spPr/>
      <dgm:t>
        <a:bodyPr/>
        <a:lstStyle/>
        <a:p>
          <a:r>
            <a:rPr lang="en-US" dirty="0" err="1"/>
            <a:t>Đối</a:t>
          </a:r>
          <a:r>
            <a:rPr lang="en-US" dirty="0"/>
            <a:t> </a:t>
          </a:r>
          <a:r>
            <a:rPr lang="en-US" dirty="0" err="1"/>
            <a:t>tượng</a:t>
          </a:r>
          <a:endParaRPr lang="en-US" dirty="0"/>
        </a:p>
      </dgm:t>
    </dgm:pt>
    <dgm:pt modelId="{F044D6A6-DCFB-40CC-9A2B-F7D8887D093B}" type="parTrans" cxnId="{3E4A214C-CC9C-4359-ADC5-533A938D75C6}">
      <dgm:prSet/>
      <dgm:spPr/>
      <dgm:t>
        <a:bodyPr/>
        <a:lstStyle/>
        <a:p>
          <a:endParaRPr lang="en-US"/>
        </a:p>
      </dgm:t>
    </dgm:pt>
    <dgm:pt modelId="{28729087-0A22-45C4-A151-BEDAB6DBFA52}" type="sibTrans" cxnId="{3E4A214C-CC9C-4359-ADC5-533A938D75C6}">
      <dgm:prSet/>
      <dgm:spPr/>
      <dgm:t>
        <a:bodyPr/>
        <a:lstStyle/>
        <a:p>
          <a:endParaRPr lang="en-US"/>
        </a:p>
      </dgm:t>
    </dgm:pt>
    <dgm:pt modelId="{22791D39-BA4E-4EDD-B986-D45298076217}">
      <dgm:prSet phldrT="[Text]"/>
      <dgm:spPr/>
      <dgm:t>
        <a:bodyPr/>
        <a:lstStyle/>
        <a:p>
          <a:r>
            <a:rPr lang="en-US" dirty="0" err="1"/>
            <a:t>Phương</a:t>
          </a:r>
          <a:r>
            <a:rPr lang="en-US" dirty="0"/>
            <a:t> </a:t>
          </a:r>
          <a:r>
            <a:rPr lang="en-US" dirty="0" err="1"/>
            <a:t>pháp</a:t>
          </a:r>
          <a:endParaRPr lang="en-US" dirty="0"/>
        </a:p>
      </dgm:t>
    </dgm:pt>
    <dgm:pt modelId="{36E51F56-23C4-44EC-A6E1-143C5881CD2E}" type="parTrans" cxnId="{C2C44D2C-86D4-424C-9DE5-4824C3443C99}">
      <dgm:prSet/>
      <dgm:spPr/>
      <dgm:t>
        <a:bodyPr/>
        <a:lstStyle/>
        <a:p>
          <a:endParaRPr lang="en-US"/>
        </a:p>
      </dgm:t>
    </dgm:pt>
    <dgm:pt modelId="{A1524263-0AF8-4470-B6DC-50B767D2094D}" type="sibTrans" cxnId="{C2C44D2C-86D4-424C-9DE5-4824C3443C99}">
      <dgm:prSet/>
      <dgm:spPr/>
      <dgm:t>
        <a:bodyPr/>
        <a:lstStyle/>
        <a:p>
          <a:endParaRPr lang="en-US"/>
        </a:p>
      </dgm:t>
    </dgm:pt>
    <dgm:pt modelId="{A1AF5DE3-7540-4BAE-9BAC-86511E0FD6A4}">
      <dgm:prSet phldrT="[Text]"/>
      <dgm:spPr/>
      <dgm:t>
        <a:bodyPr/>
        <a:lstStyle/>
        <a:p>
          <a:r>
            <a:rPr lang="en-US" dirty="0" err="1"/>
            <a:t>Phân</a:t>
          </a:r>
          <a:r>
            <a:rPr lang="en-US" dirty="0"/>
            <a:t> </a:t>
          </a:r>
          <a:r>
            <a:rPr lang="en-US" dirty="0" err="1"/>
            <a:t>tích</a:t>
          </a:r>
          <a:r>
            <a:rPr lang="en-US" dirty="0"/>
            <a:t>, </a:t>
          </a:r>
          <a:r>
            <a:rPr lang="en-US" dirty="0" err="1"/>
            <a:t>nhận</a:t>
          </a:r>
          <a:r>
            <a:rPr lang="en-US" dirty="0"/>
            <a:t> </a:t>
          </a:r>
          <a:r>
            <a:rPr lang="en-US" dirty="0" err="1"/>
            <a:t>xét</a:t>
          </a:r>
          <a:endParaRPr lang="en-US" dirty="0"/>
        </a:p>
      </dgm:t>
    </dgm:pt>
    <dgm:pt modelId="{76E822C2-CFAF-4D81-B76D-62DFEE4D4122}" type="parTrans" cxnId="{B3AD1168-141B-456B-BA89-188F9F18F393}">
      <dgm:prSet/>
      <dgm:spPr/>
      <dgm:t>
        <a:bodyPr/>
        <a:lstStyle/>
        <a:p>
          <a:endParaRPr lang="en-US"/>
        </a:p>
      </dgm:t>
    </dgm:pt>
    <dgm:pt modelId="{D164B317-6653-4902-B7CC-966A9FB48947}" type="sibTrans" cxnId="{B3AD1168-141B-456B-BA89-188F9F18F393}">
      <dgm:prSet/>
      <dgm:spPr/>
      <dgm:t>
        <a:bodyPr/>
        <a:lstStyle/>
        <a:p>
          <a:endParaRPr lang="en-US"/>
        </a:p>
      </dgm:t>
    </dgm:pt>
    <dgm:pt modelId="{B5874E0F-18B0-49A3-B56E-36896B3693FB}">
      <dgm:prSet phldrT="[Text]"/>
      <dgm:spPr/>
      <dgm:t>
        <a:bodyPr/>
        <a:lstStyle/>
        <a:p>
          <a:r>
            <a:rPr lang="en-US" dirty="0" err="1"/>
            <a:t>Kết</a:t>
          </a:r>
          <a:r>
            <a:rPr lang="en-US" dirty="0"/>
            <a:t> </a:t>
          </a:r>
          <a:r>
            <a:rPr lang="en-US" dirty="0" err="1"/>
            <a:t>luận</a:t>
          </a:r>
          <a:endParaRPr lang="en-US" dirty="0"/>
        </a:p>
      </dgm:t>
    </dgm:pt>
    <dgm:pt modelId="{2F51A70A-135A-42A5-BEC6-FD1D1B1AD6AB}" type="parTrans" cxnId="{33EFFCFA-BA3A-4440-AE3F-B9C907287CA7}">
      <dgm:prSet/>
      <dgm:spPr/>
      <dgm:t>
        <a:bodyPr/>
        <a:lstStyle/>
        <a:p>
          <a:endParaRPr lang="en-US"/>
        </a:p>
      </dgm:t>
    </dgm:pt>
    <dgm:pt modelId="{B3E07EFE-0F15-4AF7-B3C3-FBCB1B138BB3}" type="sibTrans" cxnId="{33EFFCFA-BA3A-4440-AE3F-B9C907287CA7}">
      <dgm:prSet/>
      <dgm:spPr/>
      <dgm:t>
        <a:bodyPr/>
        <a:lstStyle/>
        <a:p>
          <a:endParaRPr lang="en-US"/>
        </a:p>
      </dgm:t>
    </dgm:pt>
    <dgm:pt modelId="{88B0402A-055B-484D-B686-6BE0710C426E}" type="pres">
      <dgm:prSet presAssocID="{FAAF0FC3-68BE-4256-A4C7-09EE47F0AD26}" presName="diagram" presStyleCnt="0">
        <dgm:presLayoutVars>
          <dgm:dir/>
          <dgm:resizeHandles val="exact"/>
        </dgm:presLayoutVars>
      </dgm:prSet>
      <dgm:spPr/>
    </dgm:pt>
    <dgm:pt modelId="{A9F7F377-63A7-4154-B826-865184F519FB}" type="pres">
      <dgm:prSet presAssocID="{2BBD9D48-B5B4-41BE-9CE8-D5DB77D51DB3}" presName="node" presStyleLbl="node1" presStyleIdx="0" presStyleCnt="5">
        <dgm:presLayoutVars>
          <dgm:bulletEnabled val="1"/>
        </dgm:presLayoutVars>
      </dgm:prSet>
      <dgm:spPr/>
    </dgm:pt>
    <dgm:pt modelId="{5A1D5140-E6D2-43C7-9C65-181F60D7B761}" type="pres">
      <dgm:prSet presAssocID="{0F837A43-7124-416E-B67A-8097422038C0}" presName="sibTrans" presStyleLbl="sibTrans2D1" presStyleIdx="0" presStyleCnt="4"/>
      <dgm:spPr/>
    </dgm:pt>
    <dgm:pt modelId="{FB38A288-A91A-4647-BF3E-A77A679D034C}" type="pres">
      <dgm:prSet presAssocID="{0F837A43-7124-416E-B67A-8097422038C0}" presName="connectorText" presStyleLbl="sibTrans2D1" presStyleIdx="0" presStyleCnt="4"/>
      <dgm:spPr/>
    </dgm:pt>
    <dgm:pt modelId="{FBE40C5F-8023-4C56-88BC-ABB072C75BCE}" type="pres">
      <dgm:prSet presAssocID="{A7C23E49-8681-4248-B7BB-A0535F5BA2DF}" presName="node" presStyleLbl="node1" presStyleIdx="1" presStyleCnt="5">
        <dgm:presLayoutVars>
          <dgm:bulletEnabled val="1"/>
        </dgm:presLayoutVars>
      </dgm:prSet>
      <dgm:spPr/>
    </dgm:pt>
    <dgm:pt modelId="{9020D310-1C2E-4B84-BF41-CE41AAA279D6}" type="pres">
      <dgm:prSet presAssocID="{28729087-0A22-45C4-A151-BEDAB6DBFA52}" presName="sibTrans" presStyleLbl="sibTrans2D1" presStyleIdx="1" presStyleCnt="4"/>
      <dgm:spPr/>
    </dgm:pt>
    <dgm:pt modelId="{40B78C92-ACAB-4B52-BA8D-B1CB194BF660}" type="pres">
      <dgm:prSet presAssocID="{28729087-0A22-45C4-A151-BEDAB6DBFA52}" presName="connectorText" presStyleLbl="sibTrans2D1" presStyleIdx="1" presStyleCnt="4"/>
      <dgm:spPr/>
    </dgm:pt>
    <dgm:pt modelId="{8190AF85-B667-473D-AF1B-73F987DF7014}" type="pres">
      <dgm:prSet presAssocID="{22791D39-BA4E-4EDD-B986-D45298076217}" presName="node" presStyleLbl="node1" presStyleIdx="2" presStyleCnt="5">
        <dgm:presLayoutVars>
          <dgm:bulletEnabled val="1"/>
        </dgm:presLayoutVars>
      </dgm:prSet>
      <dgm:spPr/>
    </dgm:pt>
    <dgm:pt modelId="{BA1B5285-9761-4AE2-AE80-109B9D89672C}" type="pres">
      <dgm:prSet presAssocID="{A1524263-0AF8-4470-B6DC-50B767D2094D}" presName="sibTrans" presStyleLbl="sibTrans2D1" presStyleIdx="2" presStyleCnt="4"/>
      <dgm:spPr/>
    </dgm:pt>
    <dgm:pt modelId="{452EC6F3-FBF9-4984-8940-F9F98B70D1A9}" type="pres">
      <dgm:prSet presAssocID="{A1524263-0AF8-4470-B6DC-50B767D2094D}" presName="connectorText" presStyleLbl="sibTrans2D1" presStyleIdx="2" presStyleCnt="4"/>
      <dgm:spPr/>
    </dgm:pt>
    <dgm:pt modelId="{E851B026-9C3F-422E-A693-5ECE70C83B47}" type="pres">
      <dgm:prSet presAssocID="{A1AF5DE3-7540-4BAE-9BAC-86511E0FD6A4}" presName="node" presStyleLbl="node1" presStyleIdx="3" presStyleCnt="5">
        <dgm:presLayoutVars>
          <dgm:bulletEnabled val="1"/>
        </dgm:presLayoutVars>
      </dgm:prSet>
      <dgm:spPr/>
    </dgm:pt>
    <dgm:pt modelId="{E5D9CFE6-1458-495A-8C9A-D2CC14675B98}" type="pres">
      <dgm:prSet presAssocID="{D164B317-6653-4902-B7CC-966A9FB48947}" presName="sibTrans" presStyleLbl="sibTrans2D1" presStyleIdx="3" presStyleCnt="4"/>
      <dgm:spPr/>
    </dgm:pt>
    <dgm:pt modelId="{7F232A7B-8E1F-45F2-8133-BEF2DE18598A}" type="pres">
      <dgm:prSet presAssocID="{D164B317-6653-4902-B7CC-966A9FB48947}" presName="connectorText" presStyleLbl="sibTrans2D1" presStyleIdx="3" presStyleCnt="4"/>
      <dgm:spPr/>
    </dgm:pt>
    <dgm:pt modelId="{3C3C0B59-95EC-444E-8F9C-317E59C4B490}" type="pres">
      <dgm:prSet presAssocID="{B5874E0F-18B0-49A3-B56E-36896B3693FB}" presName="node" presStyleLbl="node1" presStyleIdx="4" presStyleCnt="5">
        <dgm:presLayoutVars>
          <dgm:bulletEnabled val="1"/>
        </dgm:presLayoutVars>
      </dgm:prSet>
      <dgm:spPr/>
    </dgm:pt>
  </dgm:ptLst>
  <dgm:cxnLst>
    <dgm:cxn modelId="{B5CD6326-D4B2-4846-B7ED-DEC07AC13054}" type="presOf" srcId="{0F837A43-7124-416E-B67A-8097422038C0}" destId="{5A1D5140-E6D2-43C7-9C65-181F60D7B761}" srcOrd="0" destOrd="0" presId="urn:microsoft.com/office/officeart/2005/8/layout/process5"/>
    <dgm:cxn modelId="{133BC128-537D-4AAA-8092-A0ED3875D3D5}" type="presOf" srcId="{FAAF0FC3-68BE-4256-A4C7-09EE47F0AD26}" destId="{88B0402A-055B-484D-B686-6BE0710C426E}" srcOrd="0" destOrd="0" presId="urn:microsoft.com/office/officeart/2005/8/layout/process5"/>
    <dgm:cxn modelId="{C2C44D2C-86D4-424C-9DE5-4824C3443C99}" srcId="{FAAF0FC3-68BE-4256-A4C7-09EE47F0AD26}" destId="{22791D39-BA4E-4EDD-B986-D45298076217}" srcOrd="2" destOrd="0" parTransId="{36E51F56-23C4-44EC-A6E1-143C5881CD2E}" sibTransId="{A1524263-0AF8-4470-B6DC-50B767D2094D}"/>
    <dgm:cxn modelId="{0CB9EF2F-7D8E-4BE5-AD65-6E6BF6935862}" type="presOf" srcId="{28729087-0A22-45C4-A151-BEDAB6DBFA52}" destId="{40B78C92-ACAB-4B52-BA8D-B1CB194BF660}" srcOrd="1" destOrd="0" presId="urn:microsoft.com/office/officeart/2005/8/layout/process5"/>
    <dgm:cxn modelId="{B3AD1168-141B-456B-BA89-188F9F18F393}" srcId="{FAAF0FC3-68BE-4256-A4C7-09EE47F0AD26}" destId="{A1AF5DE3-7540-4BAE-9BAC-86511E0FD6A4}" srcOrd="3" destOrd="0" parTransId="{76E822C2-CFAF-4D81-B76D-62DFEE4D4122}" sibTransId="{D164B317-6653-4902-B7CC-966A9FB48947}"/>
    <dgm:cxn modelId="{BC035D48-89FD-4652-ACED-A260B9D54896}" type="presOf" srcId="{2BBD9D48-B5B4-41BE-9CE8-D5DB77D51DB3}" destId="{A9F7F377-63A7-4154-B826-865184F519FB}" srcOrd="0" destOrd="0" presId="urn:microsoft.com/office/officeart/2005/8/layout/process5"/>
    <dgm:cxn modelId="{3E4A214C-CC9C-4359-ADC5-533A938D75C6}" srcId="{FAAF0FC3-68BE-4256-A4C7-09EE47F0AD26}" destId="{A7C23E49-8681-4248-B7BB-A0535F5BA2DF}" srcOrd="1" destOrd="0" parTransId="{F044D6A6-DCFB-40CC-9A2B-F7D8887D093B}" sibTransId="{28729087-0A22-45C4-A151-BEDAB6DBFA52}"/>
    <dgm:cxn modelId="{70160553-A4C6-432B-8844-A7C07603A170}" type="presOf" srcId="{B5874E0F-18B0-49A3-B56E-36896B3693FB}" destId="{3C3C0B59-95EC-444E-8F9C-317E59C4B490}" srcOrd="0" destOrd="0" presId="urn:microsoft.com/office/officeart/2005/8/layout/process5"/>
    <dgm:cxn modelId="{B5C62E85-49C9-4777-A691-D71AA7F810F8}" type="presOf" srcId="{A1524263-0AF8-4470-B6DC-50B767D2094D}" destId="{452EC6F3-FBF9-4984-8940-F9F98B70D1A9}" srcOrd="1" destOrd="0" presId="urn:microsoft.com/office/officeart/2005/8/layout/process5"/>
    <dgm:cxn modelId="{9A41DFB2-8272-4222-BBE0-DAFFD7221710}" type="presOf" srcId="{A7C23E49-8681-4248-B7BB-A0535F5BA2DF}" destId="{FBE40C5F-8023-4C56-88BC-ABB072C75BCE}" srcOrd="0" destOrd="0" presId="urn:microsoft.com/office/officeart/2005/8/layout/process5"/>
    <dgm:cxn modelId="{A74526B9-1481-4171-8103-9D1CE5FE07B6}" type="presOf" srcId="{0F837A43-7124-416E-B67A-8097422038C0}" destId="{FB38A288-A91A-4647-BF3E-A77A679D034C}" srcOrd="1" destOrd="0" presId="urn:microsoft.com/office/officeart/2005/8/layout/process5"/>
    <dgm:cxn modelId="{BCB561BE-FCBD-44D1-86FD-64C688779954}" type="presOf" srcId="{A1AF5DE3-7540-4BAE-9BAC-86511E0FD6A4}" destId="{E851B026-9C3F-422E-A693-5ECE70C83B47}" srcOrd="0" destOrd="0" presId="urn:microsoft.com/office/officeart/2005/8/layout/process5"/>
    <dgm:cxn modelId="{825B95C0-8D41-4DB4-BEFE-AF25E047C304}" type="presOf" srcId="{D164B317-6653-4902-B7CC-966A9FB48947}" destId="{E5D9CFE6-1458-495A-8C9A-D2CC14675B98}" srcOrd="0" destOrd="0" presId="urn:microsoft.com/office/officeart/2005/8/layout/process5"/>
    <dgm:cxn modelId="{173789C6-1A0D-40F2-A880-DCC10A7F3E9B}" type="presOf" srcId="{D164B317-6653-4902-B7CC-966A9FB48947}" destId="{7F232A7B-8E1F-45F2-8133-BEF2DE18598A}" srcOrd="1" destOrd="0" presId="urn:microsoft.com/office/officeart/2005/8/layout/process5"/>
    <dgm:cxn modelId="{F9F817D6-5A84-47A2-9303-457AC866E63A}" srcId="{FAAF0FC3-68BE-4256-A4C7-09EE47F0AD26}" destId="{2BBD9D48-B5B4-41BE-9CE8-D5DB77D51DB3}" srcOrd="0" destOrd="0" parTransId="{0D335D97-DBF9-4F72-9015-E81919182013}" sibTransId="{0F837A43-7124-416E-B67A-8097422038C0}"/>
    <dgm:cxn modelId="{082C69E6-09AC-4471-84A2-D5E22D4E79D5}" type="presOf" srcId="{22791D39-BA4E-4EDD-B986-D45298076217}" destId="{8190AF85-B667-473D-AF1B-73F987DF7014}" srcOrd="0" destOrd="0" presId="urn:microsoft.com/office/officeart/2005/8/layout/process5"/>
    <dgm:cxn modelId="{F3D7BAEB-ABA5-4C13-9A77-685B2E4F68B5}" type="presOf" srcId="{A1524263-0AF8-4470-B6DC-50B767D2094D}" destId="{BA1B5285-9761-4AE2-AE80-109B9D89672C}" srcOrd="0" destOrd="0" presId="urn:microsoft.com/office/officeart/2005/8/layout/process5"/>
    <dgm:cxn modelId="{FA0F90F7-1482-4B58-B186-622BA50E204F}" type="presOf" srcId="{28729087-0A22-45C4-A151-BEDAB6DBFA52}" destId="{9020D310-1C2E-4B84-BF41-CE41AAA279D6}" srcOrd="0" destOrd="0" presId="urn:microsoft.com/office/officeart/2005/8/layout/process5"/>
    <dgm:cxn modelId="{33EFFCFA-BA3A-4440-AE3F-B9C907287CA7}" srcId="{FAAF0FC3-68BE-4256-A4C7-09EE47F0AD26}" destId="{B5874E0F-18B0-49A3-B56E-36896B3693FB}" srcOrd="4" destOrd="0" parTransId="{2F51A70A-135A-42A5-BEC6-FD1D1B1AD6AB}" sibTransId="{B3E07EFE-0F15-4AF7-B3C3-FBCB1B138BB3}"/>
    <dgm:cxn modelId="{5289E6D7-CCA8-414D-8FD9-FAA363FA5895}" type="presParOf" srcId="{88B0402A-055B-484D-B686-6BE0710C426E}" destId="{A9F7F377-63A7-4154-B826-865184F519FB}" srcOrd="0" destOrd="0" presId="urn:microsoft.com/office/officeart/2005/8/layout/process5"/>
    <dgm:cxn modelId="{BEF7A3BD-47DA-4459-948B-201D4FAC1D99}" type="presParOf" srcId="{88B0402A-055B-484D-B686-6BE0710C426E}" destId="{5A1D5140-E6D2-43C7-9C65-181F60D7B761}" srcOrd="1" destOrd="0" presId="urn:microsoft.com/office/officeart/2005/8/layout/process5"/>
    <dgm:cxn modelId="{10EAFE84-F526-4D11-A371-10119227C9C7}" type="presParOf" srcId="{5A1D5140-E6D2-43C7-9C65-181F60D7B761}" destId="{FB38A288-A91A-4647-BF3E-A77A679D034C}" srcOrd="0" destOrd="0" presId="urn:microsoft.com/office/officeart/2005/8/layout/process5"/>
    <dgm:cxn modelId="{7CCB8693-ECA4-4A93-93C7-2A2F27FE859A}" type="presParOf" srcId="{88B0402A-055B-484D-B686-6BE0710C426E}" destId="{FBE40C5F-8023-4C56-88BC-ABB072C75BCE}" srcOrd="2" destOrd="0" presId="urn:microsoft.com/office/officeart/2005/8/layout/process5"/>
    <dgm:cxn modelId="{B0109C74-D851-462D-BEBC-1A54B6409CA3}" type="presParOf" srcId="{88B0402A-055B-484D-B686-6BE0710C426E}" destId="{9020D310-1C2E-4B84-BF41-CE41AAA279D6}" srcOrd="3" destOrd="0" presId="urn:microsoft.com/office/officeart/2005/8/layout/process5"/>
    <dgm:cxn modelId="{39261DAE-CD7F-4E1C-87D6-A69DAB08636C}" type="presParOf" srcId="{9020D310-1C2E-4B84-BF41-CE41AAA279D6}" destId="{40B78C92-ACAB-4B52-BA8D-B1CB194BF660}" srcOrd="0" destOrd="0" presId="urn:microsoft.com/office/officeart/2005/8/layout/process5"/>
    <dgm:cxn modelId="{BDAFC088-1F09-4194-9F0D-4F131D851F97}" type="presParOf" srcId="{88B0402A-055B-484D-B686-6BE0710C426E}" destId="{8190AF85-B667-473D-AF1B-73F987DF7014}" srcOrd="4" destOrd="0" presId="urn:microsoft.com/office/officeart/2005/8/layout/process5"/>
    <dgm:cxn modelId="{1D0ADE1E-A1EF-4242-B776-B35A96D036A5}" type="presParOf" srcId="{88B0402A-055B-484D-B686-6BE0710C426E}" destId="{BA1B5285-9761-4AE2-AE80-109B9D89672C}" srcOrd="5" destOrd="0" presId="urn:microsoft.com/office/officeart/2005/8/layout/process5"/>
    <dgm:cxn modelId="{DDE21323-08C1-40C6-B925-F76B2465933F}" type="presParOf" srcId="{BA1B5285-9761-4AE2-AE80-109B9D89672C}" destId="{452EC6F3-FBF9-4984-8940-F9F98B70D1A9}" srcOrd="0" destOrd="0" presId="urn:microsoft.com/office/officeart/2005/8/layout/process5"/>
    <dgm:cxn modelId="{3235E361-BE38-4119-959A-3002C2106B17}" type="presParOf" srcId="{88B0402A-055B-484D-B686-6BE0710C426E}" destId="{E851B026-9C3F-422E-A693-5ECE70C83B47}" srcOrd="6" destOrd="0" presId="urn:microsoft.com/office/officeart/2005/8/layout/process5"/>
    <dgm:cxn modelId="{4D89D6BD-0F85-49C1-A4A3-9004B7462A9D}" type="presParOf" srcId="{88B0402A-055B-484D-B686-6BE0710C426E}" destId="{E5D9CFE6-1458-495A-8C9A-D2CC14675B98}" srcOrd="7" destOrd="0" presId="urn:microsoft.com/office/officeart/2005/8/layout/process5"/>
    <dgm:cxn modelId="{CDAA8D26-B7B9-4642-9E5E-1642FF7132C4}" type="presParOf" srcId="{E5D9CFE6-1458-495A-8C9A-D2CC14675B98}" destId="{7F232A7B-8E1F-45F2-8133-BEF2DE18598A}" srcOrd="0" destOrd="0" presId="urn:microsoft.com/office/officeart/2005/8/layout/process5"/>
    <dgm:cxn modelId="{2AE70F50-3F62-41B4-8A44-B5A347343B53}" type="presParOf" srcId="{88B0402A-055B-484D-B686-6BE0710C426E}" destId="{3C3C0B59-95EC-444E-8F9C-317E59C4B490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F7F377-63A7-4154-B826-865184F519FB}">
      <dsp:nvSpPr>
        <dsp:cNvPr id="0" name=""/>
        <dsp:cNvSpPr/>
      </dsp:nvSpPr>
      <dsp:spPr>
        <a:xfrm>
          <a:off x="1256062" y="101"/>
          <a:ext cx="2213443" cy="132806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Mục</a:t>
          </a:r>
          <a:r>
            <a:rPr lang="en-US" sz="3600" kern="1200" dirty="0"/>
            <a:t> </a:t>
          </a:r>
          <a:r>
            <a:rPr lang="en-US" sz="3600" kern="1200" dirty="0" err="1"/>
            <a:t>tiêu</a:t>
          </a:r>
          <a:endParaRPr lang="en-US" sz="3600" kern="1200" dirty="0"/>
        </a:p>
      </dsp:txBody>
      <dsp:txXfrm>
        <a:off x="1294960" y="38999"/>
        <a:ext cx="2135647" cy="1250269"/>
      </dsp:txXfrm>
    </dsp:sp>
    <dsp:sp modelId="{5A1D5140-E6D2-43C7-9C65-181F60D7B761}">
      <dsp:nvSpPr>
        <dsp:cNvPr id="0" name=""/>
        <dsp:cNvSpPr/>
      </dsp:nvSpPr>
      <dsp:spPr>
        <a:xfrm>
          <a:off x="3664288" y="389667"/>
          <a:ext cx="469249" cy="548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664288" y="499454"/>
        <a:ext cx="328474" cy="329359"/>
      </dsp:txXfrm>
    </dsp:sp>
    <dsp:sp modelId="{FBE40C5F-8023-4C56-88BC-ABB072C75BCE}">
      <dsp:nvSpPr>
        <dsp:cNvPr id="0" name=""/>
        <dsp:cNvSpPr/>
      </dsp:nvSpPr>
      <dsp:spPr>
        <a:xfrm>
          <a:off x="4354882" y="101"/>
          <a:ext cx="2213443" cy="1328065"/>
        </a:xfrm>
        <a:prstGeom prst="roundRect">
          <a:avLst>
            <a:gd name="adj" fmla="val 10000"/>
          </a:avLst>
        </a:prstGeom>
        <a:solidFill>
          <a:schemeClr val="accent5">
            <a:hueOff val="-827139"/>
            <a:satOff val="-4443"/>
            <a:lumOff val="151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Đối</a:t>
          </a:r>
          <a:r>
            <a:rPr lang="en-US" sz="3600" kern="1200" dirty="0"/>
            <a:t> </a:t>
          </a:r>
          <a:r>
            <a:rPr lang="en-US" sz="3600" kern="1200" dirty="0" err="1"/>
            <a:t>tượng</a:t>
          </a:r>
          <a:endParaRPr lang="en-US" sz="3600" kern="1200" dirty="0"/>
        </a:p>
      </dsp:txBody>
      <dsp:txXfrm>
        <a:off x="4393780" y="38999"/>
        <a:ext cx="2135647" cy="1250269"/>
      </dsp:txXfrm>
    </dsp:sp>
    <dsp:sp modelId="{9020D310-1C2E-4B84-BF41-CE41AAA279D6}">
      <dsp:nvSpPr>
        <dsp:cNvPr id="0" name=""/>
        <dsp:cNvSpPr/>
      </dsp:nvSpPr>
      <dsp:spPr>
        <a:xfrm>
          <a:off x="6763108" y="389667"/>
          <a:ext cx="469249" cy="548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102852"/>
            <a:satOff val="-5923"/>
            <a:lumOff val="202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763108" y="499454"/>
        <a:ext cx="328474" cy="329359"/>
      </dsp:txXfrm>
    </dsp:sp>
    <dsp:sp modelId="{8190AF85-B667-473D-AF1B-73F987DF7014}">
      <dsp:nvSpPr>
        <dsp:cNvPr id="0" name=""/>
        <dsp:cNvSpPr/>
      </dsp:nvSpPr>
      <dsp:spPr>
        <a:xfrm>
          <a:off x="7453702" y="101"/>
          <a:ext cx="2213443" cy="1328065"/>
        </a:xfrm>
        <a:prstGeom prst="roundRect">
          <a:avLst>
            <a:gd name="adj" fmla="val 10000"/>
          </a:avLst>
        </a:prstGeom>
        <a:solidFill>
          <a:schemeClr val="accent5">
            <a:hueOff val="-1654278"/>
            <a:satOff val="-8885"/>
            <a:lumOff val="303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Phương</a:t>
          </a:r>
          <a:r>
            <a:rPr lang="en-US" sz="3600" kern="1200" dirty="0"/>
            <a:t> </a:t>
          </a:r>
          <a:r>
            <a:rPr lang="en-US" sz="3600" kern="1200" dirty="0" err="1"/>
            <a:t>pháp</a:t>
          </a:r>
          <a:endParaRPr lang="en-US" sz="3600" kern="1200" dirty="0"/>
        </a:p>
      </dsp:txBody>
      <dsp:txXfrm>
        <a:off x="7492600" y="38999"/>
        <a:ext cx="2135647" cy="1250269"/>
      </dsp:txXfrm>
    </dsp:sp>
    <dsp:sp modelId="{BA1B5285-9761-4AE2-AE80-109B9D89672C}">
      <dsp:nvSpPr>
        <dsp:cNvPr id="0" name=""/>
        <dsp:cNvSpPr/>
      </dsp:nvSpPr>
      <dsp:spPr>
        <a:xfrm rot="5400000">
          <a:off x="8325799" y="1483108"/>
          <a:ext cx="469249" cy="548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205704"/>
            <a:satOff val="-11847"/>
            <a:lumOff val="40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-5400000">
        <a:off x="8395745" y="1522950"/>
        <a:ext cx="329359" cy="328474"/>
      </dsp:txXfrm>
    </dsp:sp>
    <dsp:sp modelId="{E851B026-9C3F-422E-A693-5ECE70C83B47}">
      <dsp:nvSpPr>
        <dsp:cNvPr id="0" name=""/>
        <dsp:cNvSpPr/>
      </dsp:nvSpPr>
      <dsp:spPr>
        <a:xfrm>
          <a:off x="7453702" y="2213544"/>
          <a:ext cx="2213443" cy="1328065"/>
        </a:xfrm>
        <a:prstGeom prst="roundRect">
          <a:avLst>
            <a:gd name="adj" fmla="val 10000"/>
          </a:avLst>
        </a:prstGeom>
        <a:solidFill>
          <a:schemeClr val="accent5">
            <a:hueOff val="-2481417"/>
            <a:satOff val="-13328"/>
            <a:lumOff val="455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Phân</a:t>
          </a:r>
          <a:r>
            <a:rPr lang="en-US" sz="3600" kern="1200" dirty="0"/>
            <a:t> </a:t>
          </a:r>
          <a:r>
            <a:rPr lang="en-US" sz="3600" kern="1200" dirty="0" err="1"/>
            <a:t>tích</a:t>
          </a:r>
          <a:r>
            <a:rPr lang="en-US" sz="3600" kern="1200" dirty="0"/>
            <a:t>, </a:t>
          </a:r>
          <a:r>
            <a:rPr lang="en-US" sz="3600" kern="1200" dirty="0" err="1"/>
            <a:t>nhận</a:t>
          </a:r>
          <a:r>
            <a:rPr lang="en-US" sz="3600" kern="1200" dirty="0"/>
            <a:t> </a:t>
          </a:r>
          <a:r>
            <a:rPr lang="en-US" sz="3600" kern="1200" dirty="0" err="1"/>
            <a:t>xét</a:t>
          </a:r>
          <a:endParaRPr lang="en-US" sz="3600" kern="1200" dirty="0"/>
        </a:p>
      </dsp:txBody>
      <dsp:txXfrm>
        <a:off x="7492600" y="2252442"/>
        <a:ext cx="2135647" cy="1250269"/>
      </dsp:txXfrm>
    </dsp:sp>
    <dsp:sp modelId="{E5D9CFE6-1458-495A-8C9A-D2CC14675B98}">
      <dsp:nvSpPr>
        <dsp:cNvPr id="0" name=""/>
        <dsp:cNvSpPr/>
      </dsp:nvSpPr>
      <dsp:spPr>
        <a:xfrm rot="10800000">
          <a:off x="6789669" y="2603110"/>
          <a:ext cx="469249" cy="54893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10800000">
        <a:off x="6930444" y="2712897"/>
        <a:ext cx="328474" cy="329359"/>
      </dsp:txXfrm>
    </dsp:sp>
    <dsp:sp modelId="{3C3C0B59-95EC-444E-8F9C-317E59C4B490}">
      <dsp:nvSpPr>
        <dsp:cNvPr id="0" name=""/>
        <dsp:cNvSpPr/>
      </dsp:nvSpPr>
      <dsp:spPr>
        <a:xfrm>
          <a:off x="4354882" y="2213544"/>
          <a:ext cx="2213443" cy="1328065"/>
        </a:xfrm>
        <a:prstGeom prst="roundRect">
          <a:avLst>
            <a:gd name="adj" fmla="val 10000"/>
          </a:avLst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Kết</a:t>
          </a:r>
          <a:r>
            <a:rPr lang="en-US" sz="3600" kern="1200" dirty="0"/>
            <a:t> </a:t>
          </a:r>
          <a:r>
            <a:rPr lang="en-US" sz="3600" kern="1200" dirty="0" err="1"/>
            <a:t>luận</a:t>
          </a:r>
          <a:endParaRPr lang="en-US" sz="3600" kern="1200" dirty="0"/>
        </a:p>
      </dsp:txBody>
      <dsp:txXfrm>
        <a:off x="4393780" y="2252442"/>
        <a:ext cx="2135647" cy="12502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121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49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0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0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6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73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60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2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1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87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57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5433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08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16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59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19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3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6ADA0-CC92-4277-976D-4FFFC6802C80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90B7F-51A5-4774-B480-D8C121761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057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8CF2-FC80-0F0F-6C87-3F38E6B78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406400"/>
            <a:ext cx="8791575" cy="2387600"/>
          </a:xfrm>
        </p:spPr>
        <p:txBody>
          <a:bodyPr>
            <a:normAutofit/>
          </a:bodyPr>
          <a:lstStyle/>
          <a:p>
            <a:pPr algn="ctr"/>
            <a:r>
              <a:rPr lang="en-US" sz="5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KHẢO SÁT SỬ DỤNG INTERNET 2025</a:t>
            </a:r>
            <a:endParaRPr lang="en-US" sz="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ECE9C-83AD-126B-583F-DB9616691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8107" y="2794000"/>
            <a:ext cx="12119212" cy="39032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>
                <a:hlinkClick r:id="rId2" action="ppaction://hlinksldjump"/>
              </a:rPr>
              <a:t>Mục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tiêu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khảo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sát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hlinkClick r:id="rId3" action="ppaction://hlinksldjump"/>
              </a:rPr>
              <a:t>Phương</a:t>
            </a:r>
            <a:r>
              <a:rPr lang="en-US" dirty="0">
                <a:hlinkClick r:id="rId3" action="ppaction://hlinksldjump"/>
              </a:rPr>
              <a:t> </a:t>
            </a:r>
            <a:r>
              <a:rPr lang="en-US" dirty="0" err="1">
                <a:hlinkClick r:id="rId3" action="ppaction://hlinksldjump"/>
              </a:rPr>
              <a:t>pháp</a:t>
            </a:r>
            <a:r>
              <a:rPr lang="en-US" dirty="0">
                <a:hlinkClick r:id="rId3" action="ppaction://hlinksldjump"/>
              </a:rPr>
              <a:t> </a:t>
            </a:r>
            <a:r>
              <a:rPr lang="en-US" dirty="0" err="1">
                <a:hlinkClick r:id="rId3" action="ppaction://hlinksldjump"/>
              </a:rPr>
              <a:t>khảo</a:t>
            </a:r>
            <a:r>
              <a:rPr lang="en-US" dirty="0">
                <a:hlinkClick r:id="rId3" action="ppaction://hlinksldjump"/>
              </a:rPr>
              <a:t> </a:t>
            </a:r>
            <a:r>
              <a:rPr lang="en-US" dirty="0" err="1">
                <a:hlinkClick r:id="rId3" action="ppaction://hlinksldjump"/>
              </a:rPr>
              <a:t>sát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hlinkClick r:id="rId4" action="ppaction://hlinksldjump"/>
              </a:rPr>
              <a:t>Thống</a:t>
            </a:r>
            <a:r>
              <a:rPr lang="en-US" dirty="0">
                <a:hlinkClick r:id="rId4" action="ppaction://hlinksldjump"/>
              </a:rPr>
              <a:t> </a:t>
            </a:r>
            <a:r>
              <a:rPr lang="en-US" dirty="0" err="1">
                <a:hlinkClick r:id="rId4" action="ppaction://hlinksldjump"/>
              </a:rPr>
              <a:t>kê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hlinkClick r:id="rId5" action="ppaction://hlinksldjump"/>
              </a:rPr>
              <a:t>Nhận</a:t>
            </a:r>
            <a:r>
              <a:rPr lang="en-US" dirty="0">
                <a:hlinkClick r:id="rId5" action="ppaction://hlinksldjump"/>
              </a:rPr>
              <a:t> </a:t>
            </a:r>
            <a:r>
              <a:rPr lang="en-US" dirty="0" err="1">
                <a:hlinkClick r:id="rId5" action="ppaction://hlinksldjump"/>
              </a:rPr>
              <a:t>xét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hlinkClick r:id="rId6" action="ppaction://hlinksldjump"/>
              </a:rPr>
              <a:t>Mô</a:t>
            </a:r>
            <a:r>
              <a:rPr lang="en-US" dirty="0">
                <a:hlinkClick r:id="rId6" action="ppaction://hlinksldjump"/>
              </a:rPr>
              <a:t> </a:t>
            </a:r>
            <a:r>
              <a:rPr lang="en-US" dirty="0" err="1">
                <a:hlinkClick r:id="rId6" action="ppaction://hlinksldjump"/>
              </a:rPr>
              <a:t>tả</a:t>
            </a:r>
            <a:r>
              <a:rPr lang="en-US" dirty="0">
                <a:hlinkClick r:id="rId6" action="ppaction://hlinksldjump"/>
              </a:rPr>
              <a:t> </a:t>
            </a:r>
            <a:r>
              <a:rPr lang="en-US" dirty="0" err="1">
                <a:hlinkClick r:id="rId6" action="ppaction://hlinksldjump"/>
              </a:rPr>
              <a:t>quá</a:t>
            </a:r>
            <a:r>
              <a:rPr lang="en-US" dirty="0">
                <a:hlinkClick r:id="rId6" action="ppaction://hlinksldjump"/>
              </a:rPr>
              <a:t> </a:t>
            </a:r>
            <a:r>
              <a:rPr lang="en-US" dirty="0" err="1">
                <a:hlinkClick r:id="rId6" action="ppaction://hlinksldjump"/>
              </a:rPr>
              <a:t>trình</a:t>
            </a:r>
            <a:r>
              <a:rPr lang="en-US" dirty="0">
                <a:hlinkClick r:id="rId6" action="ppaction://hlinksldjump"/>
              </a:rPr>
              <a:t> </a:t>
            </a:r>
            <a:r>
              <a:rPr lang="en-US" dirty="0" err="1">
                <a:hlinkClick r:id="rId6" action="ppaction://hlinksldjump"/>
              </a:rPr>
              <a:t>khảo</a:t>
            </a:r>
            <a:r>
              <a:rPr lang="en-US" dirty="0">
                <a:hlinkClick r:id="rId6" action="ppaction://hlinksldjump"/>
              </a:rPr>
              <a:t> </a:t>
            </a:r>
            <a:r>
              <a:rPr lang="en-US" dirty="0" err="1">
                <a:hlinkClick r:id="rId6" action="ppaction://hlinksldjump"/>
              </a:rPr>
              <a:t>sát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hlinkClick r:id="rId7" action="ppaction://hlinksldjump"/>
              </a:rPr>
              <a:t>Hình</a:t>
            </a:r>
            <a:r>
              <a:rPr lang="en-US" dirty="0">
                <a:hlinkClick r:id="rId7" action="ppaction://hlinksldjump"/>
              </a:rPr>
              <a:t> </a:t>
            </a:r>
            <a:r>
              <a:rPr lang="en-US" dirty="0" err="1">
                <a:hlinkClick r:id="rId7" action="ppaction://hlinksldjump"/>
              </a:rPr>
              <a:t>ảnh</a:t>
            </a:r>
            <a:r>
              <a:rPr lang="en-US" dirty="0">
                <a:hlinkClick r:id="rId7" action="ppaction://hlinksldjump"/>
              </a:rPr>
              <a:t> </a:t>
            </a:r>
            <a:r>
              <a:rPr lang="en-US" dirty="0" err="1">
                <a:hlinkClick r:id="rId7" action="ppaction://hlinksldjump"/>
              </a:rPr>
              <a:t>minh</a:t>
            </a:r>
            <a:r>
              <a:rPr lang="en-US" dirty="0">
                <a:hlinkClick r:id="rId7" action="ppaction://hlinksldjump"/>
              </a:rPr>
              <a:t> </a:t>
            </a:r>
            <a:r>
              <a:rPr lang="en-US" dirty="0" err="1">
                <a:hlinkClick r:id="rId7" action="ppaction://hlinksldjump"/>
              </a:rPr>
              <a:t>hoạ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196586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989C-E901-DAE6-5746-BE89D6262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1. </a:t>
            </a:r>
            <a:r>
              <a:rPr lang="en-US" sz="30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Mục</a:t>
            </a:r>
            <a:r>
              <a:rPr lang="en-US" sz="3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tiêu</a:t>
            </a:r>
            <a:r>
              <a:rPr lang="en-US" sz="3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khảo</a:t>
            </a:r>
            <a:r>
              <a:rPr lang="en-US" sz="3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sát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EC1DC-9F92-F839-F501-2A0659A4F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113" y="2097088"/>
            <a:ext cx="10377298" cy="4085231"/>
          </a:xfrm>
        </p:spPr>
        <p:txBody>
          <a:bodyPr>
            <a:noAutofit/>
          </a:bodyPr>
          <a:lstStyle/>
          <a:p>
            <a:pPr algn="just">
              <a:lnSpc>
                <a:spcPct val="135000"/>
              </a:lnSpc>
              <a:spcAft>
                <a:spcPts val="1200"/>
              </a:spcAft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Báo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cáo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nhằm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tìm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hiểu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thói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tần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suất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Internet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sinh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đại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Trong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bối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cảnh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Internet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trở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thành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phần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thiếu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đời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sinh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hiểu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rõ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mức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kèm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mất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thiếu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hay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nghiện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xã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hội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vô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cùng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35000"/>
              </a:lnSpc>
              <a:spcAft>
                <a:spcPts val="1200"/>
              </a:spcAft>
            </a:pP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Khảo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này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giúp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nhà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trường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có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cơ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sở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giáo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kỹ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Internet an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toàn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hiệu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Ngoài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cũng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đóng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vai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trò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trọng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nâng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cao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sinh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lành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mạnh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1D7AE-FCCC-609F-74E2-48C391458674}"/>
              </a:ext>
            </a:extLst>
          </p:cNvPr>
          <p:cNvSpPr txBox="1"/>
          <p:nvPr/>
        </p:nvSpPr>
        <p:spPr>
          <a:xfrm>
            <a:off x="10372063" y="5870150"/>
            <a:ext cx="229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 action="ppaction://hlinksldjump"/>
              </a:rPr>
              <a:t>Quay </a:t>
            </a:r>
            <a:r>
              <a:rPr lang="en-US" dirty="0" err="1">
                <a:hlinkClick r:id="rId2" action="ppaction://hlinksldjump"/>
              </a:rPr>
              <a:t>lại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62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989C-E901-DAE6-5746-BE89D6262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30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endParaRPr lang="en-US" sz="3000" b="1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EC1DC-9F92-F839-F501-2A0659A4F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865" y="1897039"/>
            <a:ext cx="10699845" cy="4217042"/>
          </a:xfrm>
        </p:spPr>
        <p:txBody>
          <a:bodyPr>
            <a:noAutofit/>
          </a:bodyPr>
          <a:lstStyle/>
          <a:p>
            <a:pPr algn="just">
              <a:lnSpc>
                <a:spcPct val="135000"/>
              </a:lnSpc>
              <a:spcAft>
                <a:spcPts val="120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Khảo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biểu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mẫu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Google Forms,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kéo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dài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ngày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Sinh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điền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Internet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trước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bài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sang Microsoft Excel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35000"/>
              </a:lnSpc>
              <a:spcAft>
                <a:spcPts val="120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SUM, AVERAGE, MAX, MIN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kê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Internet;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LEFT, RIGHT, LEN, CONCAT, IF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hỗ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chuỗi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tiêu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35000"/>
              </a:lnSpc>
              <a:spcAft>
                <a:spcPts val="120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có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online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lớn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7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giờ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ngày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online”,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dưới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giờ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ngày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gợi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ý “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bằng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giữa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có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chú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Cân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C01BE8-9AAE-7E88-DCC1-E8FC4A209CBE}"/>
              </a:ext>
            </a:extLst>
          </p:cNvPr>
          <p:cNvSpPr txBox="1"/>
          <p:nvPr/>
        </p:nvSpPr>
        <p:spPr>
          <a:xfrm>
            <a:off x="10368886" y="5929415"/>
            <a:ext cx="229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 action="ppaction://hlinksldjump"/>
              </a:rPr>
              <a:t>Quay </a:t>
            </a:r>
            <a:r>
              <a:rPr lang="en-US" dirty="0" err="1">
                <a:hlinkClick r:id="rId2" action="ppaction://hlinksldjump"/>
              </a:rPr>
              <a:t>lại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65334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989C-E901-DAE6-5746-BE89D6262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30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endParaRPr lang="en-US" sz="3000" b="1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43E73B8-2F20-DFE0-5141-469FA5477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318" y="1960458"/>
            <a:ext cx="9995414" cy="4089610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CA2DB9-FFFB-4D98-D96B-6ADA31905DE6}"/>
              </a:ext>
            </a:extLst>
          </p:cNvPr>
          <p:cNvSpPr txBox="1"/>
          <p:nvPr/>
        </p:nvSpPr>
        <p:spPr>
          <a:xfrm>
            <a:off x="10573602" y="6054178"/>
            <a:ext cx="229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sldjump"/>
              </a:rPr>
              <a:t>Quay </a:t>
            </a:r>
            <a:r>
              <a:rPr lang="en-US" dirty="0" err="1">
                <a:hlinkClick r:id="rId3" action="ppaction://hlinksldjump"/>
              </a:rPr>
              <a:t>lại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041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989C-E901-DAE6-5746-BE89D6262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73" y="-250272"/>
            <a:ext cx="2898324" cy="1478570"/>
          </a:xfrm>
        </p:spPr>
        <p:txBody>
          <a:bodyPr>
            <a:norm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30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endParaRPr lang="en-US" sz="3000" b="1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6C048-EE85-7133-A59B-4D69A43F6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673" y="1228298"/>
            <a:ext cx="11100629" cy="3930556"/>
          </a:xfrm>
        </p:spPr>
        <p:txBody>
          <a:bodyPr>
            <a:no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Nhìn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vi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Internet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có xu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xem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YouTube,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hội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game.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cũng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qua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nền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E-learning,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cứu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thuật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làm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nhóm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online.</a:t>
            </a:r>
          </a:p>
          <a:p>
            <a:pPr algn="just">
              <a:lnSpc>
                <a:spcPct val="135000"/>
              </a:lnSpc>
              <a:spcAft>
                <a:spcPts val="120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Những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điểm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nổi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bật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khảo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 algn="just">
              <a:lnSpc>
                <a:spcPct val="13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Sinh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ngành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nghệ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tế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có xu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hướng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Internet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nhiều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mục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đích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3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Sinh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ngành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Luật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phạm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có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ổn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tập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trung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trí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35000"/>
              </a:lnSpc>
              <a:spcAft>
                <a:spcPts val="1200"/>
              </a:spcAft>
              <a:buFont typeface="Symbol" panose="05050102010706020507" pitchFamily="18" charset="2"/>
              <a:buChar char=""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Khoảng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15%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có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nhận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rõ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thời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gian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mạng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35000"/>
              </a:lnSpc>
              <a:spcAft>
                <a:spcPts val="120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hàm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CONCAT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tạo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chuỗi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tin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hữu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ích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35000"/>
              </a:lnSpc>
              <a:spcAft>
                <a:spcPts val="12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“Nguyễn Văn A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4h,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3h/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ngày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7h –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  <a:p>
            <a:pPr algn="just">
              <a:lnSpc>
                <a:spcPct val="135000"/>
              </a:lnSpc>
              <a:spcAft>
                <a:spcPts val="12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Trần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2h,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giải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2h –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4h –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  <a:p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71D4B-D18B-0DB5-F9AC-C2F91CB61180}"/>
              </a:ext>
            </a:extLst>
          </p:cNvPr>
          <p:cNvSpPr txBox="1"/>
          <p:nvPr/>
        </p:nvSpPr>
        <p:spPr>
          <a:xfrm>
            <a:off x="10368886" y="5929415"/>
            <a:ext cx="229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 action="ppaction://hlinksldjump"/>
              </a:rPr>
              <a:t>Quay </a:t>
            </a:r>
            <a:r>
              <a:rPr lang="en-US" dirty="0" err="1">
                <a:hlinkClick r:id="rId2" action="ppaction://hlinksldjump"/>
              </a:rPr>
              <a:t>lại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298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989C-E901-DAE6-5746-BE89D6262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685" y="443553"/>
            <a:ext cx="8111769" cy="1478570"/>
          </a:xfrm>
        </p:spPr>
        <p:txBody>
          <a:bodyPr>
            <a:norm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30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khảo</a:t>
            </a:r>
            <a:r>
              <a:rPr lang="en-US" sz="3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kern="1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endParaRPr lang="en-US" sz="3000" b="1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8658A267-A096-3E1B-D29C-FF1EB06B62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472248"/>
              </p:ext>
            </p:extLst>
          </p:nvPr>
        </p:nvGraphicFramePr>
        <p:xfrm>
          <a:off x="145127" y="2276783"/>
          <a:ext cx="10923208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929F58B-0FAE-6480-C9A0-1667FF5426D2}"/>
              </a:ext>
            </a:extLst>
          </p:cNvPr>
          <p:cNvSpPr txBox="1"/>
          <p:nvPr/>
        </p:nvSpPr>
        <p:spPr>
          <a:xfrm>
            <a:off x="10368886" y="5929415"/>
            <a:ext cx="229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7" action="ppaction://hlinksldjump"/>
              </a:rPr>
              <a:t>Quay </a:t>
            </a:r>
            <a:r>
              <a:rPr lang="en-US" dirty="0" err="1">
                <a:hlinkClick r:id="rId7" action="ppaction://hlinksldjump"/>
              </a:rPr>
              <a:t>lại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798370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989C-E901-DAE6-5746-BE89D6262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35000"/>
              </a:lnSpc>
              <a:spcBef>
                <a:spcPts val="600"/>
              </a:spcBef>
            </a:pPr>
            <a:r>
              <a:rPr lang="en-US" sz="30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6.Hình </a:t>
            </a:r>
            <a:r>
              <a:rPr lang="en-US" sz="3000" b="1" kern="1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30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kern="1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30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kern="100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hoạ</a:t>
            </a:r>
            <a:endParaRPr lang="en-US" sz="3000" b="1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4E0904-8052-5960-F9EB-FE97AD99B092}"/>
              </a:ext>
            </a:extLst>
          </p:cNvPr>
          <p:cNvSpPr txBox="1"/>
          <p:nvPr/>
        </p:nvSpPr>
        <p:spPr>
          <a:xfrm>
            <a:off x="10368886" y="5929415"/>
            <a:ext cx="2299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 action="ppaction://hlinksldjump"/>
              </a:rPr>
              <a:t>Quay </a:t>
            </a:r>
            <a:r>
              <a:rPr lang="en-US" dirty="0" err="1">
                <a:hlinkClick r:id="rId2" action="ppaction://hlinksldjump"/>
              </a:rPr>
              <a:t>lại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EF98AD5-C483-6CC3-DF5C-0BA64F1172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1815" y="1812839"/>
            <a:ext cx="6537618" cy="4674397"/>
          </a:xfrm>
        </p:spPr>
      </p:pic>
    </p:spTree>
    <p:extLst>
      <p:ext uri="{BB962C8B-B14F-4D97-AF65-F5344CB8AC3E}">
        <p14:creationId xmlns:p14="http://schemas.microsoft.com/office/powerpoint/2010/main" val="429478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28</TotalTime>
  <Words>601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Symbol</vt:lpstr>
      <vt:lpstr>Times New Roman</vt:lpstr>
      <vt:lpstr>Tw Cen MT</vt:lpstr>
      <vt:lpstr>Circuit</vt:lpstr>
      <vt:lpstr>KHẢO SÁT SỬ DỤNG INTERNET 2025</vt:lpstr>
      <vt:lpstr>1. Mục tiêu khảo sát</vt:lpstr>
      <vt:lpstr>2. Phương pháp khảo sát</vt:lpstr>
      <vt:lpstr>3. THống kê</vt:lpstr>
      <vt:lpstr>4. Nhận xét</vt:lpstr>
      <vt:lpstr>5. Mô tả quá trình khảo sát</vt:lpstr>
      <vt:lpstr>6.Hình ảnh minh hoạ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KHẢO SÁT SỬ DỤNG INTERNET 2025</dc:title>
  <dc:creator>Nguyễn Tuấn Hưng</dc:creator>
  <cp:lastModifiedBy>Nguyễn Tuấn Hưng</cp:lastModifiedBy>
  <cp:revision>2</cp:revision>
  <dcterms:created xsi:type="dcterms:W3CDTF">2025-10-02T01:37:55Z</dcterms:created>
  <dcterms:modified xsi:type="dcterms:W3CDTF">2025-10-02T02:39:52Z</dcterms:modified>
</cp:coreProperties>
</file>